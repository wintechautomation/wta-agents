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1109" r:id="rId4"/>
    <p:sldId id="1112" r:id="rId5"/>
  </p:sldIdLst>
  <p:sldSz cx="12192000" cy="6858000"/>
  <p:notesSz cx="9939338" cy="68072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5007189-5ABC-4B50-BB2F-B853F9862309}">
          <p14:sldIdLst>
            <p14:sldId id="257"/>
            <p14:sldId id="258"/>
            <p14:sldId id="1109"/>
            <p14:sldId id="1112"/>
          </p14:sldIdLst>
        </p14:section>
        <p14:section name="첨삭" id="{F252788C-0011-4155-82C3-9C379827F1E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6139" autoAdjust="0"/>
  </p:normalViewPr>
  <p:slideViewPr>
    <p:cSldViewPr snapToGrid="0">
      <p:cViewPr varScale="1">
        <p:scale>
          <a:sx n="110" d="100"/>
          <a:sy n="110" d="100"/>
        </p:scale>
        <p:origin x="51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4307046" cy="3415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9992" y="2"/>
            <a:ext cx="4307046" cy="3415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90DA07-29F6-4E90-A477-F32E3F74BDC5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50900"/>
            <a:ext cx="4084638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934" y="3275965"/>
            <a:ext cx="7951470" cy="26803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5659"/>
            <a:ext cx="4307046" cy="3415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9992" y="6465659"/>
            <a:ext cx="4307046" cy="3415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4D359-6C34-41F2-9D6A-8BC765D1A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19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44" userDrawn="1">
          <p15:clr>
            <a:srgbClr val="F26B43"/>
          </p15:clr>
        </p15:guide>
        <p15:guide id="2" pos="313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4D359-6C34-41F2-9D6A-8BC765D1A60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525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4D359-6C34-41F2-9D6A-8BC765D1A60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990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66E38-107B-3648-F149-9CF9322AB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309BD4-D59E-008B-8483-23D2DE00D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03F3D7-051E-9080-7C71-577BEDBFD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3CC084-4424-D1C0-B3DC-17FA8B4B3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4D359-6C34-41F2-9D6A-8BC765D1A60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941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D281-7579-9AF6-8519-6BCA82635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CD7FD2-021B-7CB0-8122-78C279888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E423DA-C521-6A6F-57DE-852A02DBF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14AD7F-06C7-0046-29AE-2B4DF47CC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4D359-6C34-41F2-9D6A-8BC765D1A60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697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4">
            <a:extLst>
              <a:ext uri="{FF2B5EF4-FFF2-40B4-BE49-F238E27FC236}">
                <a16:creationId xmlns:a16="http://schemas.microsoft.com/office/drawing/2014/main" id="{EC5C710C-E3A0-497E-967E-DCD651B2B5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555B7036-8D62-47AE-A26F-01D972088B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2213" y="924832"/>
            <a:ext cx="5588329" cy="150222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PRESENTATION</a:t>
            </a:r>
            <a:b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4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HEADLINE</a:t>
            </a:r>
            <a:endParaRPr lang="ko-KR" altLang="en-US" dirty="0"/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1EBE583B-4C65-4EDA-942D-8F423CA497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04503" y="2888673"/>
            <a:ext cx="5191497" cy="12306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Presentation Subtitle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2920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3">
            <a:extLst>
              <a:ext uri="{FF2B5EF4-FFF2-40B4-BE49-F238E27FC236}">
                <a16:creationId xmlns:a16="http://schemas.microsoft.com/office/drawing/2014/main" id="{A897381E-6B2D-4DB3-9693-FDACB43DDF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9" name="직선 연결선 6">
            <a:extLst>
              <a:ext uri="{FF2B5EF4-FFF2-40B4-BE49-F238E27FC236}">
                <a16:creationId xmlns:a16="http://schemas.microsoft.com/office/drawing/2014/main" id="{3360AAFA-9F5D-4F9F-A487-27265F265466}"/>
              </a:ext>
            </a:extLst>
          </p:cNvPr>
          <p:cNvCxnSpPr/>
          <p:nvPr/>
        </p:nvCxnSpPr>
        <p:spPr>
          <a:xfrm>
            <a:off x="1644881" y="1371600"/>
            <a:ext cx="120118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5AD6D68-9FB9-4108-922B-C0DFDD8E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7503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3">
            <a:extLst>
              <a:ext uri="{FF2B5EF4-FFF2-40B4-BE49-F238E27FC236}">
                <a16:creationId xmlns:a16="http://schemas.microsoft.com/office/drawing/2014/main" id="{84BCCB0C-094A-4400-BE19-55CD7F27F9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9" name="직선 연결선 5">
            <a:extLst>
              <a:ext uri="{FF2B5EF4-FFF2-40B4-BE49-F238E27FC236}">
                <a16:creationId xmlns:a16="http://schemas.microsoft.com/office/drawing/2014/main" id="{EDBBF840-A339-4025-841A-DC90974EB079}"/>
              </a:ext>
            </a:extLst>
          </p:cNvPr>
          <p:cNvCxnSpPr/>
          <p:nvPr userDrawn="1"/>
        </p:nvCxnSpPr>
        <p:spPr>
          <a:xfrm>
            <a:off x="1502006" y="3136761"/>
            <a:ext cx="479194" cy="0"/>
          </a:xfrm>
          <a:prstGeom prst="line">
            <a:avLst/>
          </a:prstGeom>
          <a:ln w="28575">
            <a:solidFill>
              <a:srgbClr val="ED3B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1218EF6-B085-47D6-9E60-1B51B091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63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3">
            <a:extLst>
              <a:ext uri="{FF2B5EF4-FFF2-40B4-BE49-F238E27FC236}">
                <a16:creationId xmlns:a16="http://schemas.microsoft.com/office/drawing/2014/main" id="{023E3675-B5F8-4D30-9CD1-6F0258A4F7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B26B0-6D32-48FA-B3E7-DA7E6BB3A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484416"/>
            <a:ext cx="11548753" cy="50084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2BA03B-0600-4866-B541-DC248541A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037783E-456B-4C56-94B8-F54F5975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25" y="345670"/>
            <a:ext cx="8292337" cy="584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0354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3">
            <a:extLst>
              <a:ext uri="{FF2B5EF4-FFF2-40B4-BE49-F238E27FC236}">
                <a16:creationId xmlns:a16="http://schemas.microsoft.com/office/drawing/2014/main" id="{228D115B-DF3D-46D3-9C1A-4C162E359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70E13-C69D-46D0-98BE-0430DBA0A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7823" y="1341912"/>
            <a:ext cx="5621977" cy="5150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465129-5F28-4992-BC02-E2661FE96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1912"/>
            <a:ext cx="5621976" cy="5150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96FB6C2-112C-4036-8348-147D74C78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DFA1622-2416-4F55-9E0C-327E4370C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25" y="345670"/>
            <a:ext cx="8292337" cy="584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0229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3">
            <a:extLst>
              <a:ext uri="{FF2B5EF4-FFF2-40B4-BE49-F238E27FC236}">
                <a16:creationId xmlns:a16="http://schemas.microsoft.com/office/drawing/2014/main" id="{E7C81FBA-0CEA-4C6C-859C-832AE9EBEF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7B2FA1-708C-4519-8E0A-95250560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25" y="345670"/>
            <a:ext cx="8292337" cy="584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3598C-4363-4AA7-950D-3E01255E2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574" y="1324898"/>
            <a:ext cx="557600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B69D6-D819-4E58-B72E-7781571C0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574" y="2315496"/>
            <a:ext cx="5576001" cy="419683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707AF6-99CE-4D88-827B-83E579314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324898"/>
            <a:ext cx="559981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D44120-10DA-47D6-AFFB-051EEE963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1" y="2315496"/>
            <a:ext cx="5599813" cy="41773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F95CEDE-02A7-471A-973D-124F07A3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0293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3">
            <a:extLst>
              <a:ext uri="{FF2B5EF4-FFF2-40B4-BE49-F238E27FC236}">
                <a16:creationId xmlns:a16="http://schemas.microsoft.com/office/drawing/2014/main" id="{7E988103-7A1D-4289-BAB2-5EC8674BE6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A51B144-60F6-44FF-B9CA-C856DF75E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25" y="345670"/>
            <a:ext cx="8292337" cy="584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44A45C-8E9B-4E1D-9DA6-4BCC4E49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0013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3">
            <a:extLst>
              <a:ext uri="{FF2B5EF4-FFF2-40B4-BE49-F238E27FC236}">
                <a16:creationId xmlns:a16="http://schemas.microsoft.com/office/drawing/2014/main" id="{6C5E21CB-DD72-4A64-9DCF-847B93E8BD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87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3">
            <a:extLst>
              <a:ext uri="{FF2B5EF4-FFF2-40B4-BE49-F238E27FC236}">
                <a16:creationId xmlns:a16="http://schemas.microsoft.com/office/drawing/2014/main" id="{C5646249-BE72-4F70-B970-8DAA568B08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D4926E3-A2C0-491C-9C76-A13EFDA46C8D}"/>
              </a:ext>
            </a:extLst>
          </p:cNvPr>
          <p:cNvSpPr txBox="1">
            <a:spLocks/>
          </p:cNvSpPr>
          <p:nvPr userDrawn="1"/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4C8836-45C6-480A-99B8-A8C067869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389" y="1308060"/>
            <a:ext cx="4332638" cy="1159038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EC2E6-7F42-47C9-BEA3-B6FE77DA0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08060"/>
            <a:ext cx="6638698" cy="514024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8D2BA-DBBB-4078-8F06-3DE343F18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9388" y="2627418"/>
            <a:ext cx="433263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63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3">
            <a:extLst>
              <a:ext uri="{FF2B5EF4-FFF2-40B4-BE49-F238E27FC236}">
                <a16:creationId xmlns:a16="http://schemas.microsoft.com/office/drawing/2014/main" id="{C05F1DEE-C3F3-40E1-A6E6-80D9BBCDA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2018DB-C8A0-49CD-BA50-C6EF2640EC1F}"/>
              </a:ext>
            </a:extLst>
          </p:cNvPr>
          <p:cNvSpPr txBox="1">
            <a:spLocks/>
          </p:cNvSpPr>
          <p:nvPr userDrawn="1"/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200F4-C717-465E-9691-88C6DE319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51" y="1324099"/>
            <a:ext cx="4522644" cy="120654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9C56C0-6CBE-464E-B9F0-5E432059E5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0689" y="1324099"/>
            <a:ext cx="6609009" cy="5168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85EA2-A6EA-4F3E-A9E9-520FD7014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450" y="2681287"/>
            <a:ext cx="4522644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991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3">
            <a:extLst>
              <a:ext uri="{FF2B5EF4-FFF2-40B4-BE49-F238E27FC236}">
                <a16:creationId xmlns:a16="http://schemas.microsoft.com/office/drawing/2014/main" id="{C05F1DEE-C3F3-40E1-A6E6-80D9BBCDA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F794D47-286A-47F5-FBFD-998667AF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25" y="345670"/>
            <a:ext cx="8292337" cy="58477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F21BBE93-D09A-E11E-E7C4-D5CB02298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95525" y="35243"/>
            <a:ext cx="8292337" cy="304815"/>
          </a:xfrm>
          <a:prstGeom prst="rect">
            <a:avLst/>
          </a:prstGeom>
        </p:spPr>
        <p:txBody>
          <a:bodyPr anchor="ctr"/>
          <a:lstStyle>
            <a:lvl1pPr marL="0" indent="0">
              <a:buFont typeface="Wingdings" panose="05000000000000000000" pitchFamily="2" charset="2"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/>
              <a:t>구분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CDDCFA-0EC2-57F2-5CC5-68CED0EFB92C}"/>
              </a:ext>
            </a:extLst>
          </p:cNvPr>
          <p:cNvSpPr/>
          <p:nvPr userDrawn="1"/>
        </p:nvSpPr>
        <p:spPr>
          <a:xfrm>
            <a:off x="421558" y="1278170"/>
            <a:ext cx="11348884" cy="53720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51394C-1948-83DA-D114-C51F4F2D76A0}"/>
              </a:ext>
            </a:extLst>
          </p:cNvPr>
          <p:cNvSpPr/>
          <p:nvPr userDrawn="1"/>
        </p:nvSpPr>
        <p:spPr>
          <a:xfrm>
            <a:off x="421558" y="1278171"/>
            <a:ext cx="11348884" cy="306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400" b="1" dirty="0"/>
          </a:p>
        </p:txBody>
      </p:sp>
      <p:sp>
        <p:nvSpPr>
          <p:cNvPr id="11" name="텍스트 개체 틀 14">
            <a:extLst>
              <a:ext uri="{FF2B5EF4-FFF2-40B4-BE49-F238E27FC236}">
                <a16:creationId xmlns:a16="http://schemas.microsoft.com/office/drawing/2014/main" id="{FE43264E-93B7-93DE-EBE2-BA3FB5EFCE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1558" y="1278169"/>
            <a:ext cx="9620596" cy="306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맑은 고딕" panose="020B0503020000020004" pitchFamily="50" charset="-127"/>
              <a:buChar char="◈"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2018DB-C8A0-49CD-BA50-C6EF2640EC1F}"/>
              </a:ext>
            </a:extLst>
          </p:cNvPr>
          <p:cNvSpPr txBox="1">
            <a:spLocks/>
          </p:cNvSpPr>
          <p:nvPr userDrawn="1"/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9552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3">
            <a:extLst>
              <a:ext uri="{FF2B5EF4-FFF2-40B4-BE49-F238E27FC236}">
                <a16:creationId xmlns:a16="http://schemas.microsoft.com/office/drawing/2014/main" id="{7E988103-7A1D-4289-BAB2-5EC8674BE6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94468304-972D-C91B-AB36-F517C8694E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95525" y="35243"/>
            <a:ext cx="8292337" cy="304815"/>
          </a:xfrm>
          <a:prstGeom prst="rect">
            <a:avLst/>
          </a:prstGeom>
        </p:spPr>
        <p:txBody>
          <a:bodyPr anchor="ctr"/>
          <a:lstStyle>
            <a:lvl1pPr marL="0" indent="0">
              <a:buFont typeface="Wingdings" panose="05000000000000000000" pitchFamily="2" charset="2"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/>
              <a:t>구분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608027-46C2-2AE0-0E84-3E8E35C4AD58}"/>
              </a:ext>
            </a:extLst>
          </p:cNvPr>
          <p:cNvSpPr/>
          <p:nvPr userDrawn="1"/>
        </p:nvSpPr>
        <p:spPr>
          <a:xfrm>
            <a:off x="421558" y="1278171"/>
            <a:ext cx="11348884" cy="264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037BCAF-E2C2-B725-F241-B68D4B3F2F01}"/>
              </a:ext>
            </a:extLst>
          </p:cNvPr>
          <p:cNvSpPr/>
          <p:nvPr userDrawn="1"/>
        </p:nvSpPr>
        <p:spPr>
          <a:xfrm>
            <a:off x="421558" y="1278171"/>
            <a:ext cx="11348884" cy="306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4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343ECB-83E5-D593-74A4-4116F4588068}"/>
              </a:ext>
            </a:extLst>
          </p:cNvPr>
          <p:cNvSpPr/>
          <p:nvPr userDrawn="1"/>
        </p:nvSpPr>
        <p:spPr>
          <a:xfrm>
            <a:off x="421558" y="4005468"/>
            <a:ext cx="11348884" cy="264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DEE02D8-077B-0D20-C0A5-2FC9CD244CAB}"/>
              </a:ext>
            </a:extLst>
          </p:cNvPr>
          <p:cNvSpPr/>
          <p:nvPr userDrawn="1"/>
        </p:nvSpPr>
        <p:spPr>
          <a:xfrm>
            <a:off x="421558" y="4005468"/>
            <a:ext cx="11348884" cy="306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400" b="1" dirty="0"/>
          </a:p>
        </p:txBody>
      </p:sp>
      <p:sp>
        <p:nvSpPr>
          <p:cNvPr id="19" name="텍스트 개체 틀 14">
            <a:extLst>
              <a:ext uri="{FF2B5EF4-FFF2-40B4-BE49-F238E27FC236}">
                <a16:creationId xmlns:a16="http://schemas.microsoft.com/office/drawing/2014/main" id="{73AABDED-DEB8-645B-0BB5-E63767A070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1558" y="4005468"/>
            <a:ext cx="9620596" cy="306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/>
          <a:lstStyle>
            <a:lvl1pPr marL="228600" indent="-228600">
              <a:buFont typeface="맑은 고딕" panose="020B0503020000020004" pitchFamily="50" charset="-127"/>
              <a:buChar char="◈"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0" name="텍스트 개체 틀 14">
            <a:extLst>
              <a:ext uri="{FF2B5EF4-FFF2-40B4-BE49-F238E27FC236}">
                <a16:creationId xmlns:a16="http://schemas.microsoft.com/office/drawing/2014/main" id="{8BD3AF6D-E55E-8EC9-9FA3-F21DF09BE8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1558" y="1278169"/>
            <a:ext cx="9620596" cy="306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맑은 고딕" panose="020B0503020000020004" pitchFamily="50" charset="-127"/>
              <a:buChar char="◈"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C47203C-62B5-0B65-1AFD-9095C9B6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25" y="345670"/>
            <a:ext cx="8292337" cy="58477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44A45C-8E9B-4E1D-9DA6-4BCC4E49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/>
            </a:lvl1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8370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3">
            <a:extLst>
              <a:ext uri="{FF2B5EF4-FFF2-40B4-BE49-F238E27FC236}">
                <a16:creationId xmlns:a16="http://schemas.microsoft.com/office/drawing/2014/main" id="{C05F1DEE-C3F3-40E1-A6E6-80D9BBCDA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F794D47-286A-47F5-FBFD-998667AF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25" y="345670"/>
            <a:ext cx="8292337" cy="58477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F21BBE93-D09A-E11E-E7C4-D5CB02298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95525" y="35243"/>
            <a:ext cx="8292337" cy="304815"/>
          </a:xfrm>
          <a:prstGeom prst="rect">
            <a:avLst/>
          </a:prstGeom>
        </p:spPr>
        <p:txBody>
          <a:bodyPr anchor="ctr"/>
          <a:lstStyle>
            <a:lvl1pPr marL="0" indent="0">
              <a:buFont typeface="Wingdings" panose="05000000000000000000" pitchFamily="2" charset="2"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/>
              <a:t>구분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2018DB-C8A0-49CD-BA50-C6EF2640EC1F}"/>
              </a:ext>
            </a:extLst>
          </p:cNvPr>
          <p:cNvSpPr txBox="1">
            <a:spLocks/>
          </p:cNvSpPr>
          <p:nvPr userDrawn="1"/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5263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3">
            <a:extLst>
              <a:ext uri="{FF2B5EF4-FFF2-40B4-BE49-F238E27FC236}">
                <a16:creationId xmlns:a16="http://schemas.microsoft.com/office/drawing/2014/main" id="{7E988103-7A1D-4289-BAB2-5EC8674BE6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A51B144-60F6-44FF-B9CA-C856DF75E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25" y="345670"/>
            <a:ext cx="8292337" cy="584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44A45C-8E9B-4E1D-9DA6-4BCC4E49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358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3">
            <a:extLst>
              <a:ext uri="{FF2B5EF4-FFF2-40B4-BE49-F238E27FC236}">
                <a16:creationId xmlns:a16="http://schemas.microsoft.com/office/drawing/2014/main" id="{C05F1DEE-C3F3-40E1-A6E6-80D9BBCDA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F794D47-286A-47F5-FBFD-998667AF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25" y="345670"/>
            <a:ext cx="8292337" cy="58477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F21BBE93-D09A-E11E-E7C4-D5CB02298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95525" y="35243"/>
            <a:ext cx="8292337" cy="304815"/>
          </a:xfrm>
          <a:prstGeom prst="rect">
            <a:avLst/>
          </a:prstGeom>
        </p:spPr>
        <p:txBody>
          <a:bodyPr anchor="ctr"/>
          <a:lstStyle>
            <a:lvl1pPr marL="0" indent="0">
              <a:buFont typeface="Wingdings" panose="05000000000000000000" pitchFamily="2" charset="2"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/>
              <a:t>구분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2018DB-C8A0-49CD-BA50-C6EF2640EC1F}"/>
              </a:ext>
            </a:extLst>
          </p:cNvPr>
          <p:cNvSpPr txBox="1">
            <a:spLocks/>
          </p:cNvSpPr>
          <p:nvPr userDrawn="1"/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9569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3">
            <a:extLst>
              <a:ext uri="{FF2B5EF4-FFF2-40B4-BE49-F238E27FC236}">
                <a16:creationId xmlns:a16="http://schemas.microsoft.com/office/drawing/2014/main" id="{4A9E7995-86B3-4E6C-A443-723A6C649610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F16FA3-06C5-4890-9A14-FF851A64FFE3}"/>
              </a:ext>
            </a:extLst>
          </p:cNvPr>
          <p:cNvSpPr txBox="1">
            <a:spLocks/>
          </p:cNvSpPr>
          <p:nvPr userDrawn="1"/>
        </p:nvSpPr>
        <p:spPr>
          <a:xfrm>
            <a:off x="332509" y="1484416"/>
            <a:ext cx="11548753" cy="50084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6764CE1-D580-42C6-A214-8DF0B3A5F919}"/>
              </a:ext>
            </a:extLst>
          </p:cNvPr>
          <p:cNvSpPr txBox="1">
            <a:spLocks/>
          </p:cNvSpPr>
          <p:nvPr userDrawn="1"/>
        </p:nvSpPr>
        <p:spPr>
          <a:xfrm>
            <a:off x="11655630" y="6492875"/>
            <a:ext cx="536369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37F166-D4FB-4431-BF04-916F4CECE2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41A17DC-3366-4246-9FF6-18518CB132AD}"/>
              </a:ext>
            </a:extLst>
          </p:cNvPr>
          <p:cNvSpPr txBox="1">
            <a:spLocks/>
          </p:cNvSpPr>
          <p:nvPr userDrawn="1"/>
        </p:nvSpPr>
        <p:spPr>
          <a:xfrm>
            <a:off x="1595525" y="345670"/>
            <a:ext cx="8292337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034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1" r:id="rId11"/>
    <p:sldLayoutId id="2147483662" r:id="rId12"/>
    <p:sldLayoutId id="2147483665" r:id="rId13"/>
    <p:sldLayoutId id="2147483663" r:id="rId14"/>
    <p:sldLayoutId id="2147483664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ED303-C4B2-4C7B-93DA-E095CF1ACB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2026</a:t>
            </a:r>
            <a:r>
              <a:rPr lang="ko-KR" altLang="en-US" b="1" dirty="0"/>
              <a:t>년 </a:t>
            </a:r>
            <a:r>
              <a:rPr lang="en-US" altLang="ko-KR" b="1" dirty="0"/>
              <a:t>4</a:t>
            </a:r>
            <a:r>
              <a:rPr lang="ko-KR" altLang="en-US" b="1" dirty="0"/>
              <a:t>월 </a:t>
            </a:r>
            <a:br>
              <a:rPr lang="en-US" altLang="ko-KR" b="1" dirty="0"/>
            </a:br>
            <a:r>
              <a:rPr lang="ko-KR" altLang="en-US" b="1" dirty="0"/>
              <a:t>제어팀 경영회의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11D4BA-A10A-4B35-86E2-759DBB6B18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작성자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작성일 </a:t>
            </a:r>
            <a:r>
              <a:rPr lang="en-US" altLang="ko-KR" dirty="0"/>
              <a:t>: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1605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2AF14A-5A5A-D716-07DE-F48A73E44315}"/>
              </a:ext>
            </a:extLst>
          </p:cNvPr>
          <p:cNvSpPr txBox="1"/>
          <p:nvPr/>
        </p:nvSpPr>
        <p:spPr>
          <a:xfrm>
            <a:off x="1514302" y="1438969"/>
            <a:ext cx="29257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Noto Sans CJK JP Bold" panose="020B0800000000000000" pitchFamily="34" charset="-127"/>
                <a:ea typeface="Noto Sans CJK JP Bold" panose="020B0800000000000000" pitchFamily="34" charset="-127"/>
              </a:rPr>
              <a:t>CONTENTS</a:t>
            </a:r>
            <a:endParaRPr lang="ko-KR" altLang="en-US" sz="4000" dirty="0">
              <a:latin typeface="Noto Sans CJK JP Bold" panose="020B0800000000000000" pitchFamily="34" charset="-127"/>
              <a:ea typeface="Noto Sans CJK JP Bold" panose="020B0800000000000000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B9683-0854-38A6-A337-3D7C5EB4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630" y="6492875"/>
            <a:ext cx="536369" cy="365125"/>
          </a:xfrm>
        </p:spPr>
        <p:txBody>
          <a:bodyPr/>
          <a:lstStyle/>
          <a:p>
            <a:pPr algn="r"/>
            <a:fld id="{C637F166-D4FB-4431-BF04-916F4CECE23C}" type="slidenum">
              <a:rPr lang="ko-KR" altLang="en-US" smtClean="0"/>
              <a:pPr algn="r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0072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E0C5-B786-085C-E1B4-655EF64BB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8">
            <a:extLst>
              <a:ext uri="{FF2B5EF4-FFF2-40B4-BE49-F238E27FC236}">
                <a16:creationId xmlns:a16="http://schemas.microsoft.com/office/drawing/2014/main" id="{43DB09F9-ED7D-3121-3623-7777927C4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26" y="345670"/>
            <a:ext cx="3623456" cy="584775"/>
          </a:xfrm>
        </p:spPr>
        <p:txBody>
          <a:bodyPr/>
          <a:lstStyle/>
          <a:p>
            <a:r>
              <a:rPr lang="en-US" altLang="ko-KR" dirty="0"/>
              <a:t>1. PC</a:t>
            </a:r>
            <a:r>
              <a:rPr lang="ko-KR" altLang="en-US" dirty="0"/>
              <a:t> 시스템 안정화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EF38A40-06CF-872E-6A61-AE45044AC8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[</a:t>
            </a:r>
            <a:r>
              <a:rPr lang="ko-KR" altLang="en-US" b="1" dirty="0">
                <a:latin typeface="+mj-lt"/>
              </a:rPr>
              <a:t>제어설계</a:t>
            </a:r>
            <a:r>
              <a:rPr lang="en-US" altLang="ko-KR" b="1" dirty="0">
                <a:latin typeface="+mj-lt"/>
              </a:rPr>
              <a:t>]</a:t>
            </a:r>
            <a:endParaRPr lang="ko-KR" altLang="en-U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983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1EDB-40BC-303C-5648-5B3A478F9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77E12EC0-6172-1423-51B8-917482E7A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algn="r"/>
            <a:fld id="{C637F166-D4FB-4431-BF04-916F4CECE23C}" type="slidenum">
              <a:rPr lang="ko-KR" altLang="en-US" smtClean="0"/>
              <a:pPr algn="r"/>
              <a:t>4</a:t>
            </a:fld>
            <a:endParaRPr lang="ko-KR" altLang="en-US" dirty="0"/>
          </a:p>
        </p:txBody>
      </p:sp>
      <p:sp>
        <p:nvSpPr>
          <p:cNvPr id="21" name="텍스트 개체 틀 19">
            <a:extLst>
              <a:ext uri="{FF2B5EF4-FFF2-40B4-BE49-F238E27FC236}">
                <a16:creationId xmlns:a16="http://schemas.microsoft.com/office/drawing/2014/main" id="{55B49198-6BFF-E0BE-3A59-2DCF5F4BB4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95525" y="35243"/>
            <a:ext cx="8292337" cy="304815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[</a:t>
            </a:r>
            <a:r>
              <a:rPr lang="ko-KR" altLang="en-US" b="1" dirty="0">
                <a:latin typeface="+mj-lt"/>
              </a:rPr>
              <a:t>제어설계</a:t>
            </a:r>
            <a:r>
              <a:rPr lang="en-US" altLang="ko-KR" b="1" dirty="0">
                <a:latin typeface="+mj-lt"/>
              </a:rPr>
              <a:t>]</a:t>
            </a:r>
            <a:endParaRPr lang="ko-KR" altLang="en-US" b="1" dirty="0">
              <a:latin typeface="+mj-lt"/>
            </a:endParaRPr>
          </a:p>
        </p:txBody>
      </p:sp>
      <p:sp>
        <p:nvSpPr>
          <p:cNvPr id="22" name="제목 18">
            <a:extLst>
              <a:ext uri="{FF2B5EF4-FFF2-40B4-BE49-F238E27FC236}">
                <a16:creationId xmlns:a16="http://schemas.microsoft.com/office/drawing/2014/main" id="{010E77E7-EB50-6F31-C15D-AAC35BAB9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25" y="345670"/>
            <a:ext cx="8292337" cy="584775"/>
          </a:xfrm>
        </p:spPr>
        <p:txBody>
          <a:bodyPr/>
          <a:lstStyle/>
          <a:p>
            <a:r>
              <a:rPr lang="en-US" altLang="ko-KR" dirty="0"/>
              <a:t>1. PC</a:t>
            </a:r>
            <a:r>
              <a:rPr lang="ko-KR" altLang="en-US" dirty="0"/>
              <a:t> 시스템 안정화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EE1578-A579-7F78-2A98-6420A1091543}"/>
              </a:ext>
            </a:extLst>
          </p:cNvPr>
          <p:cNvSpPr txBox="1"/>
          <p:nvPr/>
        </p:nvSpPr>
        <p:spPr>
          <a:xfrm>
            <a:off x="7330500" y="8903257"/>
            <a:ext cx="716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Servo</a:t>
            </a:r>
            <a:endParaRPr lang="ko-KR" alt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8FE228-C17F-05B4-507F-7D904743145C}"/>
              </a:ext>
            </a:extLst>
          </p:cNvPr>
          <p:cNvSpPr txBox="1"/>
          <p:nvPr/>
        </p:nvSpPr>
        <p:spPr>
          <a:xfrm>
            <a:off x="8289375" y="8939402"/>
            <a:ext cx="19899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RTX, Vision, POC*2, Laser </a:t>
            </a:r>
            <a:endParaRPr lang="ko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7AE844-41CA-C377-FC31-D628C0CA73EF}"/>
              </a:ext>
            </a:extLst>
          </p:cNvPr>
          <p:cNvSpPr txBox="1"/>
          <p:nvPr/>
        </p:nvSpPr>
        <p:spPr>
          <a:xfrm>
            <a:off x="10330625" y="8903257"/>
            <a:ext cx="1218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PDU, UPS, </a:t>
            </a:r>
            <a:r>
              <a:rPr lang="en-US" altLang="ko-KR" sz="1200" dirty="0" err="1"/>
              <a:t>Wifi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47893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TA 프리젠테이션" id="{08CD6847-6793-4293-BE82-D103986EF7F9}" vid="{357CE053-F7BF-41B4-B678-47D94AA4269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C896ECB-B399-41D5-ADEE-6EEC3D3EA343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78247ae8-a6ac-4f4f-9abd-c0002a0d2db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WTA 새 포멧</Template>
  <TotalTime>18491</TotalTime>
  <Words>49</Words>
  <Application>Microsoft Office PowerPoint</Application>
  <PresentationFormat>와이드스크린</PresentationFormat>
  <Paragraphs>17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Noto Sans CJK JP Bold</vt:lpstr>
      <vt:lpstr>나눔고딕</vt:lpstr>
      <vt:lpstr>맑은 고딕</vt:lpstr>
      <vt:lpstr>Arial</vt:lpstr>
      <vt:lpstr>Wingdings</vt:lpstr>
      <vt:lpstr>Office Theme</vt:lpstr>
      <vt:lpstr>2026년 4월  제어팀 경영회의</vt:lpstr>
      <vt:lpstr>PowerPoint 프레젠테이션</vt:lpstr>
      <vt:lpstr>1. PC 시스템 안정화</vt:lpstr>
      <vt:lpstr>1. PC 시스템 안정화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Song In Sung</dc:creator>
  <cp:lastModifiedBy>건승 지</cp:lastModifiedBy>
  <cp:revision>99</cp:revision>
  <cp:lastPrinted>2024-10-07T23:16:17Z</cp:lastPrinted>
  <dcterms:created xsi:type="dcterms:W3CDTF">2021-09-30T08:55:20Z</dcterms:created>
  <dcterms:modified xsi:type="dcterms:W3CDTF">2026-04-06T07:22:45Z</dcterms:modified>
</cp:coreProperties>
</file>