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4095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1608"/>
              </a:spcBef>
              <a:spcAft>
                <a:spcPts val="1608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2026-04-06T11:25:15Z</dcterms:created>
  <dcterms:modified xsi:type="dcterms:W3CDTF">2026-04-06T11:25:15Z</dcterms:modified>
</cp:coreProperties>
</file>