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6"/>
  </p:notesMasterIdLst>
  <p:handoutMasterIdLst>
    <p:handoutMasterId r:id="rId7"/>
  </p:handoutMasterIdLst>
  <p:sldIdLst>
    <p:sldId id="256" r:id="rId2"/>
    <p:sldId id="1370" r:id="rId3"/>
    <p:sldId id="1353" r:id="rId4"/>
    <p:sldId id="1371" r:id="rId5"/>
  </p:sldIdLst>
  <p:sldSz cx="10160000" cy="5715000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A744B27-112C-413F-984B-1B7A15B77EBD}">
          <p14:sldIdLst>
            <p14:sldId id="256"/>
            <p14:sldId id="1370"/>
            <p14:sldId id="1353"/>
            <p14:sldId id="13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200">
          <p15:clr>
            <a:srgbClr val="A4A3A4"/>
          </p15:clr>
        </p15:guide>
        <p15:guide id="3" orient="horz" pos="18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ta wta" initials="" lastIdx="2" clrIdx="0"/>
  <p:cmAuthor id="2" name="윈텍오토메이션 윈텍오토메이션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DF4"/>
    <a:srgbClr val="143EB4"/>
    <a:srgbClr val="E4484F"/>
    <a:srgbClr val="DA2028"/>
    <a:srgbClr val="D73769"/>
    <a:srgbClr val="A4181F"/>
    <a:srgbClr val="C92727"/>
    <a:srgbClr val="0D2E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7CE84F3-28C3-443E-9E96-99CF82512B78}" styleName="어두운 스타일 1 - 강조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27F97BB-C833-4FB7-BDE5-3F7075034690}" styleName="테마 스타일 2 - 강조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36" autoAdjust="0"/>
    <p:restoredTop sz="91933" autoAdjust="0"/>
  </p:normalViewPr>
  <p:slideViewPr>
    <p:cSldViewPr>
      <p:cViewPr varScale="1">
        <p:scale>
          <a:sx n="93" d="100"/>
          <a:sy n="93" d="100"/>
        </p:scale>
        <p:origin x="84" y="756"/>
      </p:cViewPr>
      <p:guideLst>
        <p:guide orient="horz" pos="1620"/>
        <p:guide pos="3200"/>
        <p:guide orient="horz" pos="180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0" d="100"/>
          <a:sy n="80" d="100"/>
        </p:scale>
        <p:origin x="1128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C10DB19-CA07-D4E9-9F29-BA891005DD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1C64BA6-F489-1AA8-0F5C-5065CACB1E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18E524DE-01AE-416D-9504-2B60F5064E88}" type="datetimeFigureOut">
              <a:rPr lang="ko-KR" altLang="en-US"/>
              <a:pPr>
                <a:defRPr/>
              </a:pPr>
              <a:t>2026-02-03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A4065C-1811-FBC2-C1AD-A0EF9F0894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FDBCEE-3590-AAAF-F79D-78D5CB6B3A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7B4C165A-2B08-4081-A972-934CF4EA9E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BF7A4ED-7FA4-71B4-A3E6-C2449E3884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0EBA25-80FA-AFE9-1B6B-033E61D6DD4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9F5E879F-B60A-4B27-B3B9-E3884A8FAE35}" type="datetimeFigureOut">
              <a:rPr lang="ko-KR" altLang="en-US"/>
              <a:pPr>
                <a:defRPr/>
              </a:pPr>
              <a:t>2026-02-03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04051EFE-FFAC-6FD9-9244-BAC7DAFB44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56F5AC79-F335-9FA2-859F-8C308F171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768836-F545-E37E-B2A9-8300496CA2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7DC83E-EC70-CE6B-46B4-6B95F0556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6CABE785-BA28-4C6B-8D16-90E767B6BE8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1D1D7D21-A83C-D606-1C7B-242BEFE8B7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8963B794-2920-9AED-C098-699F7B47D0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526B0F20-0B64-1BC7-034A-57274D2713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1A41E96-3FA9-49C6-8DDA-83DF56661498}" type="slidenum">
              <a:rPr lang="ko-KR" altLang="en-US" smtClean="0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2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>
            <a:extLst>
              <a:ext uri="{FF2B5EF4-FFF2-40B4-BE49-F238E27FC236}">
                <a16:creationId xmlns:a16="http://schemas.microsoft.com/office/drawing/2014/main" id="{A6B2FB0C-EACF-18BF-C554-E4A66734F2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슬라이드 노트 개체 틀 2">
            <a:extLst>
              <a:ext uri="{FF2B5EF4-FFF2-40B4-BE49-F238E27FC236}">
                <a16:creationId xmlns:a16="http://schemas.microsoft.com/office/drawing/2014/main" id="{A4A9EF4C-4B12-82BD-C867-229D599E97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436" name="슬라이드 번호 개체 틀 3">
            <a:extLst>
              <a:ext uri="{FF2B5EF4-FFF2-40B4-BE49-F238E27FC236}">
                <a16:creationId xmlns:a16="http://schemas.microsoft.com/office/drawing/2014/main" id="{C0BC0CBB-C2AE-D72F-7BA6-1BB89AB1C3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428DA04-9AA1-423D-BEF5-DFDB13ABDF6E}" type="slidenum">
              <a:rPr lang="ko-KR" altLang="en-US" smtClean="0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3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4">
            <a:extLst>
              <a:ext uri="{FF2B5EF4-FFF2-40B4-BE49-F238E27FC236}">
                <a16:creationId xmlns:a16="http://schemas.microsoft.com/office/drawing/2014/main" id="{BFAFBD06-FB46-6EB7-A3D9-F4D433C9E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60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제목 1"/>
          <p:cNvSpPr>
            <a:spLocks noGrp="1"/>
          </p:cNvSpPr>
          <p:nvPr>
            <p:ph type="ctrTitle"/>
          </p:nvPr>
        </p:nvSpPr>
        <p:spPr>
          <a:xfrm>
            <a:off x="776844" y="770694"/>
            <a:ext cx="4656941" cy="125185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333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9" name="부제목 2"/>
          <p:cNvSpPr>
            <a:spLocks noGrp="1"/>
          </p:cNvSpPr>
          <p:nvPr>
            <p:ph type="subTitle" idx="1"/>
          </p:nvPr>
        </p:nvSpPr>
        <p:spPr>
          <a:xfrm>
            <a:off x="753753" y="2407228"/>
            <a:ext cx="4326248" cy="102551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/>
            </a:lvl1pPr>
            <a:lvl2pPr marL="380985" indent="0" algn="ctr">
              <a:buNone/>
              <a:defRPr sz="1667"/>
            </a:lvl2pPr>
            <a:lvl3pPr marL="761970" indent="0" algn="ctr">
              <a:buNone/>
              <a:defRPr sz="1500"/>
            </a:lvl3pPr>
            <a:lvl4pPr marL="1142954" indent="0" algn="ctr">
              <a:buNone/>
              <a:defRPr sz="1333"/>
            </a:lvl4pPr>
            <a:lvl5pPr marL="1523939" indent="0" algn="ctr">
              <a:buNone/>
              <a:defRPr sz="1333"/>
            </a:lvl5pPr>
            <a:lvl6pPr marL="1904924" indent="0" algn="ctr">
              <a:buNone/>
              <a:defRPr sz="1333"/>
            </a:lvl6pPr>
            <a:lvl7pPr marL="2285909" indent="0" algn="ctr">
              <a:buNone/>
              <a:defRPr sz="1333"/>
            </a:lvl7pPr>
            <a:lvl8pPr marL="2666893" indent="0" algn="ctr">
              <a:buNone/>
              <a:defRPr sz="1333"/>
            </a:lvl8pPr>
            <a:lvl9pPr marL="3047878" indent="0" algn="ctr">
              <a:buNone/>
              <a:defRPr sz="1333"/>
            </a:lvl9pPr>
          </a:lstStyle>
          <a:p>
            <a:r>
              <a:rPr lang="ko-KR" altLang="en-US"/>
              <a:t>클릭하여 마스터 부제목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1496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3">
            <a:extLst>
              <a:ext uri="{FF2B5EF4-FFF2-40B4-BE49-F238E27FC236}">
                <a16:creationId xmlns:a16="http://schemas.microsoft.com/office/drawing/2014/main" id="{B3C2EA6E-6E0F-FFAF-3A22-2995F8F47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60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그룹 11">
            <a:extLst>
              <a:ext uri="{FF2B5EF4-FFF2-40B4-BE49-F238E27FC236}">
                <a16:creationId xmlns:a16="http://schemas.microsoft.com/office/drawing/2014/main" id="{A2843235-6609-78A3-2B27-6B2E815907AE}"/>
              </a:ext>
            </a:extLst>
          </p:cNvPr>
          <p:cNvGrpSpPr>
            <a:grpSpLocks/>
          </p:cNvGrpSpPr>
          <p:nvPr/>
        </p:nvGrpSpPr>
        <p:grpSpPr bwMode="auto">
          <a:xfrm>
            <a:off x="1262063" y="1143000"/>
            <a:ext cx="2063750" cy="661988"/>
            <a:chOff x="999952" y="1371600"/>
            <a:chExt cx="2476061" cy="79364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A7C45F-1B8A-6E6A-B99B-07F44D620C23}"/>
                </a:ext>
              </a:extLst>
            </p:cNvPr>
            <p:cNvSpPr txBox="1"/>
            <p:nvPr/>
          </p:nvSpPr>
          <p:spPr>
            <a:xfrm>
              <a:off x="999952" y="1438213"/>
              <a:ext cx="2476061" cy="727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3333" dirty="0">
                  <a:latin typeface="Noto Sans CJK JP Bold" panose="020B0800000000000000" pitchFamily="34" charset="-127"/>
                  <a:ea typeface="Noto Sans CJK JP Bold" panose="020B0800000000000000" pitchFamily="34" charset="-127"/>
                </a:rPr>
                <a:t>CONTENTS</a:t>
              </a:r>
              <a:endParaRPr lang="ko-KR" altLang="en-US" sz="3333" dirty="0">
                <a:latin typeface="Noto Sans CJK JP Bold" panose="020B0800000000000000" pitchFamily="34" charset="-127"/>
                <a:ea typeface="Noto Sans CJK JP Bold" panose="020B0800000000000000" pitchFamily="34" charset="-127"/>
              </a:endParaRPr>
            </a:p>
          </p:txBody>
        </p:sp>
        <p:cxnSp>
          <p:nvCxnSpPr>
            <p:cNvPr id="5" name="직선 연결선 6">
              <a:extLst>
                <a:ext uri="{FF2B5EF4-FFF2-40B4-BE49-F238E27FC236}">
                  <a16:creationId xmlns:a16="http://schemas.microsoft.com/office/drawing/2014/main" id="{46F8E8C2-3F3C-E78B-4397-A7A070348DFD}"/>
                </a:ext>
              </a:extLst>
            </p:cNvPr>
            <p:cNvCxnSpPr/>
            <p:nvPr/>
          </p:nvCxnSpPr>
          <p:spPr>
            <a:xfrm>
              <a:off x="1131373" y="1371600"/>
              <a:ext cx="1199937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E2890D5-921A-2DE6-423C-B887B590C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0013" y="2063750"/>
            <a:ext cx="3328987" cy="2862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36538" indent="-236538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2000">
                <a:latin typeface="Noto Sans CJK KR Regular"/>
                <a:ea typeface="Noto Sans CJK KR Regular"/>
                <a:cs typeface="Noto Sans CJK KR Regular"/>
              </a:rPr>
              <a:t>Slide title_1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2000">
                <a:latin typeface="Noto Sans CJK KR Regular"/>
                <a:ea typeface="Noto Sans CJK KR Regular"/>
                <a:cs typeface="Noto Sans CJK KR Regular"/>
              </a:rPr>
              <a:t>Slide title_2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2000">
                <a:latin typeface="Noto Sans CJK KR Regular"/>
                <a:ea typeface="Noto Sans CJK KR Regular"/>
                <a:cs typeface="Noto Sans CJK KR Regular"/>
              </a:rPr>
              <a:t>Slide title_3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2000">
                <a:latin typeface="Noto Sans CJK KR Regular"/>
                <a:ea typeface="Noto Sans CJK KR Regular"/>
                <a:cs typeface="Noto Sans CJK KR Regular"/>
              </a:rPr>
              <a:t>Slide title_4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2000">
                <a:latin typeface="Noto Sans CJK KR Regular"/>
                <a:ea typeface="Noto Sans CJK KR Regular"/>
                <a:cs typeface="Noto Sans CJK KR Regular"/>
              </a:rPr>
              <a:t>Slide title_5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ko-KR" altLang="en-US" sz="2000">
              <a:latin typeface="Noto Sans CJK KR Regular"/>
              <a:ea typeface="Noto Sans CJK KR Regular"/>
              <a:cs typeface="Noto Sans CJK KR Regular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DDFF30-DC51-FD6C-9D4A-F5B29BA300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712325" y="5410200"/>
            <a:ext cx="447675" cy="304800"/>
          </a:xfrm>
          <a:prstGeom prst="rect">
            <a:avLst/>
          </a:prstGeom>
        </p:spPr>
        <p:txBody>
          <a:bodyPr/>
          <a:lstStyle>
            <a:lvl1pPr eaLnBrk="1" latinLnBrk="1" hangingPunct="1">
              <a:defRPr sz="750"/>
            </a:lvl1pPr>
          </a:lstStyle>
          <a:p>
            <a:pPr>
              <a:defRPr/>
            </a:pPr>
            <a:fld id="{9C559346-7762-4B93-8749-805BD5B4640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584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3">
            <a:extLst>
              <a:ext uri="{FF2B5EF4-FFF2-40B4-BE49-F238E27FC236}">
                <a16:creationId xmlns:a16="http://schemas.microsoft.com/office/drawing/2014/main" id="{0BDB60BD-DD49-97A7-6163-1362F80DE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60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9C2B0A-C1A2-0C8E-FE78-C933221AEAEA}"/>
              </a:ext>
            </a:extLst>
          </p:cNvPr>
          <p:cNvSpPr txBox="1"/>
          <p:nvPr/>
        </p:nvSpPr>
        <p:spPr>
          <a:xfrm>
            <a:off x="1127125" y="2000250"/>
            <a:ext cx="4572000" cy="6048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en-US" altLang="ko-KR" sz="3333" dirty="0">
                <a:solidFill>
                  <a:srgbClr val="E70012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01. </a:t>
            </a:r>
            <a:r>
              <a:rPr lang="en-US" altLang="ko-KR" sz="3333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Slide title_1</a:t>
            </a:r>
            <a:endParaRPr lang="ko-KR" altLang="en-US" sz="3333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cxnSp>
        <p:nvCxnSpPr>
          <p:cNvPr id="4" name="직선 연결선 5">
            <a:extLst>
              <a:ext uri="{FF2B5EF4-FFF2-40B4-BE49-F238E27FC236}">
                <a16:creationId xmlns:a16="http://schemas.microsoft.com/office/drawing/2014/main" id="{87B8E830-2C91-0B14-A789-D76DFCB03B5D}"/>
              </a:ext>
            </a:extLst>
          </p:cNvPr>
          <p:cNvCxnSpPr/>
          <p:nvPr/>
        </p:nvCxnSpPr>
        <p:spPr>
          <a:xfrm>
            <a:off x="1250950" y="2614613"/>
            <a:ext cx="400050" cy="0"/>
          </a:xfrm>
          <a:prstGeom prst="line">
            <a:avLst/>
          </a:prstGeom>
          <a:ln w="28575">
            <a:solidFill>
              <a:srgbClr val="ED3B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172EB28-F1ED-33ED-5755-1323642A0C0E}"/>
              </a:ext>
            </a:extLst>
          </p:cNvPr>
          <p:cNvSpPr txBox="1"/>
          <p:nvPr/>
        </p:nvSpPr>
        <p:spPr>
          <a:xfrm>
            <a:off x="1250950" y="2935288"/>
            <a:ext cx="2132013" cy="11699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39" indent="-285739" eaLnBrk="1" latinLnBrk="1" hangingPunct="1">
              <a:lnSpc>
                <a:spcPct val="150000"/>
              </a:lnSpc>
              <a:buFontTx/>
              <a:buAutoNum type="arabicPeriod"/>
              <a:defRPr/>
            </a:pPr>
            <a:r>
              <a:rPr lang="en-US" altLang="ko-KR" sz="2333" dirty="0"/>
              <a:t>Subheading</a:t>
            </a:r>
          </a:p>
          <a:p>
            <a:pPr marL="285739" indent="-285739" eaLnBrk="1" latinLnBrk="1" hangingPunct="1">
              <a:lnSpc>
                <a:spcPct val="150000"/>
              </a:lnSpc>
              <a:buFontTx/>
              <a:buAutoNum type="arabicPeriod"/>
              <a:defRPr/>
            </a:pPr>
            <a:r>
              <a:rPr lang="en-US" altLang="ko-KR" sz="2333" dirty="0"/>
              <a:t>Subheading</a:t>
            </a:r>
            <a:endParaRPr lang="ko-KR" altLang="en-US" sz="2333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EB35D-752A-4D5E-23EA-A2C7047EC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712325" y="5410200"/>
            <a:ext cx="447675" cy="304800"/>
          </a:xfrm>
          <a:prstGeom prst="rect">
            <a:avLst/>
          </a:prstGeom>
        </p:spPr>
        <p:txBody>
          <a:bodyPr/>
          <a:lstStyle>
            <a:lvl1pPr eaLnBrk="1" latinLnBrk="1" hangingPunct="1">
              <a:defRPr sz="750"/>
            </a:lvl1pPr>
          </a:lstStyle>
          <a:p>
            <a:pPr>
              <a:defRPr/>
            </a:pPr>
            <a:fld id="{2CEB289D-3976-4D95-9E32-0C1E014CB67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1572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3">
            <a:extLst>
              <a:ext uri="{FF2B5EF4-FFF2-40B4-BE49-F238E27FC236}">
                <a16:creationId xmlns:a16="http://schemas.microsoft.com/office/drawing/2014/main" id="{A03C0A51-6483-03DD-5C73-352BB2958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60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091" y="1237014"/>
            <a:ext cx="9623961" cy="41737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29605" y="288059"/>
            <a:ext cx="6910281" cy="4873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33" b="1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0F5AC6-3C55-BB0F-6CBB-67B60638EA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712325" y="5410200"/>
            <a:ext cx="447675" cy="304800"/>
          </a:xfrm>
          <a:prstGeom prst="rect">
            <a:avLst/>
          </a:prstGeom>
        </p:spPr>
        <p:txBody>
          <a:bodyPr/>
          <a:lstStyle>
            <a:lvl1pPr eaLnBrk="1" latinLnBrk="1" hangingPunct="1">
              <a:defRPr sz="750"/>
            </a:lvl1pPr>
          </a:lstStyle>
          <a:p>
            <a:pPr>
              <a:defRPr/>
            </a:pPr>
            <a:fld id="{E6FAE850-8B41-4153-AAD0-FEDEC3F61E6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405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3">
            <a:extLst>
              <a:ext uri="{FF2B5EF4-FFF2-40B4-BE49-F238E27FC236}">
                <a16:creationId xmlns:a16="http://schemas.microsoft.com/office/drawing/2014/main" id="{364866A8-A01C-5CF8-BF05-0EC04EFCC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60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1520" y="1118260"/>
            <a:ext cx="4684981" cy="42924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0" y="1118260"/>
            <a:ext cx="4684980" cy="42924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29605" y="288059"/>
            <a:ext cx="6910281" cy="4873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33" b="1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7034DE-6C47-35B4-DCCB-D0A3E51235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712325" y="5410200"/>
            <a:ext cx="447675" cy="304800"/>
          </a:xfrm>
          <a:prstGeom prst="rect">
            <a:avLst/>
          </a:prstGeom>
        </p:spPr>
        <p:txBody>
          <a:bodyPr/>
          <a:lstStyle>
            <a:lvl1pPr eaLnBrk="1" latinLnBrk="1" hangingPunct="1">
              <a:defRPr sz="750"/>
            </a:lvl1pPr>
          </a:lstStyle>
          <a:p>
            <a:pPr>
              <a:defRPr/>
            </a:pPr>
            <a:fld id="{DE7D527F-F3EA-49E0-AD1A-43231C3EAD4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606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3">
            <a:extLst>
              <a:ext uri="{FF2B5EF4-FFF2-40B4-BE49-F238E27FC236}">
                <a16:creationId xmlns:a16="http://schemas.microsoft.com/office/drawing/2014/main" id="{2ABDEC71-D561-20C2-F42B-B9E074B7B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60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9605" y="288059"/>
            <a:ext cx="6910281" cy="4873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33" b="1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312" y="1104082"/>
            <a:ext cx="4646668" cy="68659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1312" y="1929580"/>
            <a:ext cx="4646668" cy="34973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42177" y="1104082"/>
            <a:ext cx="4666512" cy="68659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42176" y="1929581"/>
            <a:ext cx="4666511" cy="34811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24C47D4-C1FF-F5AB-F3F8-C01CF7D274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712325" y="5410200"/>
            <a:ext cx="447675" cy="304800"/>
          </a:xfrm>
          <a:prstGeom prst="rect">
            <a:avLst/>
          </a:prstGeom>
        </p:spPr>
        <p:txBody>
          <a:bodyPr/>
          <a:lstStyle>
            <a:lvl1pPr eaLnBrk="1" latinLnBrk="1" hangingPunct="1">
              <a:defRPr sz="750"/>
            </a:lvl1pPr>
          </a:lstStyle>
          <a:p>
            <a:pPr>
              <a:defRPr/>
            </a:pPr>
            <a:fld id="{42EB410B-2725-452B-A1E3-03299EB0B45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695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3">
            <a:extLst>
              <a:ext uri="{FF2B5EF4-FFF2-40B4-BE49-F238E27FC236}">
                <a16:creationId xmlns:a16="http://schemas.microsoft.com/office/drawing/2014/main" id="{FE3F356F-3F65-6242-D221-F6B8EFA9D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60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329605" y="288059"/>
            <a:ext cx="6910281" cy="4873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33" b="1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3C9335C-B608-81DB-1E30-3246C31BBC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712325" y="5410200"/>
            <a:ext cx="447675" cy="304800"/>
          </a:xfrm>
          <a:prstGeom prst="rect">
            <a:avLst/>
          </a:prstGeom>
        </p:spPr>
        <p:txBody>
          <a:bodyPr/>
          <a:lstStyle>
            <a:lvl1pPr eaLnBrk="1" latinLnBrk="1" hangingPunct="1">
              <a:defRPr sz="750"/>
            </a:lvl1pPr>
          </a:lstStyle>
          <a:p>
            <a:pPr>
              <a:defRPr/>
            </a:pPr>
            <a:fld id="{0B9BC20A-670F-4AA1-8787-A6CD1BFC56F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124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3">
            <a:extLst>
              <a:ext uri="{FF2B5EF4-FFF2-40B4-BE49-F238E27FC236}">
                <a16:creationId xmlns:a16="http://schemas.microsoft.com/office/drawing/2014/main" id="{9C07C0F5-AFCE-0B18-EA54-E1667DD7F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60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6622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3">
            <a:extLst>
              <a:ext uri="{FF2B5EF4-FFF2-40B4-BE49-F238E27FC236}">
                <a16:creationId xmlns:a16="http://schemas.microsoft.com/office/drawing/2014/main" id="{A54E216F-3EB6-DEB5-2907-A6F1F3E3B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60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4BC7C67-8C76-6EE9-3D0D-82450092839E}"/>
              </a:ext>
            </a:extLst>
          </p:cNvPr>
          <p:cNvSpPr txBox="1">
            <a:spLocks/>
          </p:cNvSpPr>
          <p:nvPr/>
        </p:nvSpPr>
        <p:spPr>
          <a:xfrm>
            <a:off x="1330325" y="287338"/>
            <a:ext cx="6908800" cy="487362"/>
          </a:xfrm>
          <a:prstGeom prst="rect">
            <a:avLst/>
          </a:prstGeom>
        </p:spPr>
        <p:txBody>
          <a:bodyPr lIns="76200" tIns="38100" rIns="76200" bIns="3810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ko-KR" sz="2333"/>
              <a:t>Click to edit Master title style</a:t>
            </a:r>
            <a:endParaRPr lang="ko-KR" altLang="en-US" sz="2333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B958D37-5CDB-8FF3-CF7D-EF7AA7685B36}"/>
              </a:ext>
            </a:extLst>
          </p:cNvPr>
          <p:cNvSpPr txBox="1">
            <a:spLocks/>
          </p:cNvSpPr>
          <p:nvPr/>
        </p:nvSpPr>
        <p:spPr>
          <a:xfrm>
            <a:off x="9712325" y="5410200"/>
            <a:ext cx="447675" cy="304800"/>
          </a:xfrm>
          <a:prstGeom prst="rect">
            <a:avLst/>
          </a:prstGeom>
        </p:spPr>
        <p:txBody>
          <a:bodyPr lIns="76200" tIns="38100" rIns="76200" bIns="3810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CDF0A971-1A64-43EC-95F1-E4EDDBE35DCF}" type="slidenum">
              <a:rPr lang="ko-KR" altLang="en-US" sz="750" smtClean="0"/>
              <a:pPr>
                <a:defRPr/>
              </a:pPr>
              <a:t>‹#›</a:t>
            </a:fld>
            <a:endParaRPr lang="ko-KR" altLang="en-US" sz="75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157" y="1090050"/>
            <a:ext cx="3610532" cy="965865"/>
          </a:xfrm>
          <a:prstGeom prst="rect">
            <a:avLst/>
          </a:prstGeom>
        </p:spPr>
        <p:txBody>
          <a:bodyPr anchor="b"/>
          <a:lstStyle>
            <a:lvl1pPr>
              <a:defRPr sz="2667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9324" y="1090051"/>
            <a:ext cx="5532248" cy="4283534"/>
          </a:xfrm>
          <a:prstGeom prst="rect">
            <a:avLst/>
          </a:prstGeom>
        </p:spPr>
        <p:txBody>
          <a:bodyPr/>
          <a:lstStyle>
            <a:lvl1pPr>
              <a:defRPr sz="2667"/>
            </a:lvl1pPr>
            <a:lvl2pPr>
              <a:defRPr sz="2333"/>
            </a:lvl2pPr>
            <a:lvl3pPr>
              <a:defRPr sz="2000"/>
            </a:lvl3pPr>
            <a:lvl4pPr>
              <a:defRPr sz="1667"/>
            </a:lvl4pPr>
            <a:lvl5pPr>
              <a:defRPr sz="16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6157" y="2189515"/>
            <a:ext cx="3610532" cy="31763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/>
            </a:lvl1pPr>
            <a:lvl2pPr marL="380985" indent="0">
              <a:buNone/>
              <a:defRPr sz="1167"/>
            </a:lvl2pPr>
            <a:lvl3pPr marL="761970" indent="0">
              <a:buNone/>
              <a:defRPr sz="1000"/>
            </a:lvl3pPr>
            <a:lvl4pPr marL="1142954" indent="0">
              <a:buNone/>
              <a:defRPr sz="833"/>
            </a:lvl4pPr>
            <a:lvl5pPr marL="1523939" indent="0">
              <a:buNone/>
              <a:defRPr sz="833"/>
            </a:lvl5pPr>
            <a:lvl6pPr marL="1904924" indent="0">
              <a:buNone/>
              <a:defRPr sz="833"/>
            </a:lvl6pPr>
            <a:lvl7pPr marL="2285909" indent="0">
              <a:buNone/>
              <a:defRPr sz="833"/>
            </a:lvl7pPr>
            <a:lvl8pPr marL="2666893" indent="0">
              <a:buNone/>
              <a:defRPr sz="833"/>
            </a:lvl8pPr>
            <a:lvl9pPr marL="3047878" indent="0">
              <a:buNone/>
              <a:defRPr sz="83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261365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3">
            <a:extLst>
              <a:ext uri="{FF2B5EF4-FFF2-40B4-BE49-F238E27FC236}">
                <a16:creationId xmlns:a16="http://schemas.microsoft.com/office/drawing/2014/main" id="{D4321D2D-1D96-B1C4-3E1E-5A6C4E34A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60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B80951D-676E-B97F-01BF-FAB1DE77F95D}"/>
              </a:ext>
            </a:extLst>
          </p:cNvPr>
          <p:cNvSpPr txBox="1">
            <a:spLocks/>
          </p:cNvSpPr>
          <p:nvPr/>
        </p:nvSpPr>
        <p:spPr>
          <a:xfrm>
            <a:off x="1330325" y="287338"/>
            <a:ext cx="6908800" cy="487362"/>
          </a:xfrm>
          <a:prstGeom prst="rect">
            <a:avLst/>
          </a:prstGeom>
        </p:spPr>
        <p:txBody>
          <a:bodyPr lIns="76200" tIns="38100" rIns="76200" bIns="3810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ko-KR" sz="2333"/>
              <a:t>Click to edit Master title style</a:t>
            </a:r>
            <a:endParaRPr lang="ko-KR" altLang="en-US" sz="2333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D857A48-53CC-B320-AE3B-701AC4779F0C}"/>
              </a:ext>
            </a:extLst>
          </p:cNvPr>
          <p:cNvSpPr txBox="1">
            <a:spLocks/>
          </p:cNvSpPr>
          <p:nvPr/>
        </p:nvSpPr>
        <p:spPr>
          <a:xfrm>
            <a:off x="9712325" y="5410200"/>
            <a:ext cx="447675" cy="304800"/>
          </a:xfrm>
          <a:prstGeom prst="rect">
            <a:avLst/>
          </a:prstGeom>
        </p:spPr>
        <p:txBody>
          <a:bodyPr lIns="76200" tIns="38100" rIns="76200" bIns="3810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680B2F7-C2DB-411F-AF5C-AE8E9248D147}" type="slidenum">
              <a:rPr lang="ko-KR" altLang="en-US" sz="750" smtClean="0"/>
              <a:pPr>
                <a:defRPr/>
              </a:pPr>
              <a:t>‹#›</a:t>
            </a:fld>
            <a:endParaRPr lang="ko-KR" altLang="en-US" sz="75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209" y="1103416"/>
            <a:ext cx="3768870" cy="1005455"/>
          </a:xfrm>
          <a:prstGeom prst="rect">
            <a:avLst/>
          </a:prstGeom>
        </p:spPr>
        <p:txBody>
          <a:bodyPr anchor="b"/>
          <a:lstStyle>
            <a:lvl1pPr>
              <a:defRPr sz="2667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58908" y="1103416"/>
            <a:ext cx="5507508" cy="4307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67"/>
            </a:lvl1pPr>
            <a:lvl2pPr marL="380985" indent="0">
              <a:buNone/>
              <a:defRPr sz="2333"/>
            </a:lvl2pPr>
            <a:lvl3pPr marL="761970" indent="0">
              <a:buNone/>
              <a:defRPr sz="2000"/>
            </a:lvl3pPr>
            <a:lvl4pPr marL="1142954" indent="0">
              <a:buNone/>
              <a:defRPr sz="1667"/>
            </a:lvl4pPr>
            <a:lvl5pPr marL="1523939" indent="0">
              <a:buNone/>
              <a:defRPr sz="1667"/>
            </a:lvl5pPr>
            <a:lvl6pPr marL="1904924" indent="0">
              <a:buNone/>
              <a:defRPr sz="1667"/>
            </a:lvl6pPr>
            <a:lvl7pPr marL="2285909" indent="0">
              <a:buNone/>
              <a:defRPr sz="1667"/>
            </a:lvl7pPr>
            <a:lvl8pPr marL="2666893" indent="0">
              <a:buNone/>
              <a:defRPr sz="1667"/>
            </a:lvl8pPr>
            <a:lvl9pPr marL="3047878" indent="0">
              <a:buNone/>
              <a:defRPr sz="1667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1208" y="2234406"/>
            <a:ext cx="3768870" cy="31763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/>
            </a:lvl1pPr>
            <a:lvl2pPr marL="380985" indent="0">
              <a:buNone/>
              <a:defRPr sz="1167"/>
            </a:lvl2pPr>
            <a:lvl3pPr marL="761970" indent="0">
              <a:buNone/>
              <a:defRPr sz="1000"/>
            </a:lvl3pPr>
            <a:lvl4pPr marL="1142954" indent="0">
              <a:buNone/>
              <a:defRPr sz="833"/>
            </a:lvl4pPr>
            <a:lvl5pPr marL="1523939" indent="0">
              <a:buNone/>
              <a:defRPr sz="833"/>
            </a:lvl5pPr>
            <a:lvl6pPr marL="1904924" indent="0">
              <a:buNone/>
              <a:defRPr sz="833"/>
            </a:lvl6pPr>
            <a:lvl7pPr marL="2285909" indent="0">
              <a:buNone/>
              <a:defRPr sz="833"/>
            </a:lvl7pPr>
            <a:lvl8pPr marL="2666893" indent="0">
              <a:buNone/>
              <a:defRPr sz="833"/>
            </a:lvl8pPr>
            <a:lvl9pPr marL="3047878" indent="0">
              <a:buNone/>
              <a:defRPr sz="83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7750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3">
            <a:extLst>
              <a:ext uri="{FF2B5EF4-FFF2-40B4-BE49-F238E27FC236}">
                <a16:creationId xmlns:a16="http://schemas.microsoft.com/office/drawing/2014/main" id="{759A8EF8-415F-4D2E-DB6D-EEA2297F1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60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AA3D601-18F7-F055-FF3D-E66716BFE9EF}"/>
              </a:ext>
            </a:extLst>
          </p:cNvPr>
          <p:cNvSpPr txBox="1">
            <a:spLocks/>
          </p:cNvSpPr>
          <p:nvPr/>
        </p:nvSpPr>
        <p:spPr>
          <a:xfrm>
            <a:off x="277813" y="1236663"/>
            <a:ext cx="9623425" cy="41735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2333" dirty="0"/>
              <a:t>Click to edit Master text styles</a:t>
            </a:r>
          </a:p>
          <a:p>
            <a:pPr lvl="1">
              <a:defRPr/>
            </a:pPr>
            <a:r>
              <a:rPr lang="en-US" altLang="ko-KR" sz="2000" dirty="0"/>
              <a:t>Second level</a:t>
            </a:r>
          </a:p>
          <a:p>
            <a:pPr lvl="2">
              <a:defRPr/>
            </a:pPr>
            <a:r>
              <a:rPr lang="en-US" altLang="ko-KR" sz="1667" dirty="0"/>
              <a:t>Third level</a:t>
            </a:r>
          </a:p>
          <a:p>
            <a:pPr lvl="3">
              <a:defRPr/>
            </a:pPr>
            <a:r>
              <a:rPr lang="en-US" altLang="ko-KR" sz="1500" dirty="0"/>
              <a:t>Fourth level</a:t>
            </a:r>
          </a:p>
          <a:p>
            <a:pPr lvl="4">
              <a:defRPr/>
            </a:pPr>
            <a:r>
              <a:rPr lang="en-US" altLang="ko-KR" sz="1500" dirty="0"/>
              <a:t>Fifth level</a:t>
            </a:r>
            <a:endParaRPr lang="ko-KR" altLang="en-US" sz="15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0FC5A2D-ACFA-5C82-EEA0-2F860D7A2236}"/>
              </a:ext>
            </a:extLst>
          </p:cNvPr>
          <p:cNvSpPr txBox="1">
            <a:spLocks/>
          </p:cNvSpPr>
          <p:nvPr/>
        </p:nvSpPr>
        <p:spPr>
          <a:xfrm>
            <a:off x="9712325" y="5410200"/>
            <a:ext cx="447675" cy="304800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F70680A-CD6B-4D3D-9FE7-1FC1CA7D133A}" type="slidenum">
              <a:rPr lang="ko-KR" altLang="en-US" sz="750" smtClean="0"/>
              <a:pPr>
                <a:defRPr/>
              </a:pPr>
              <a:t>‹#›</a:t>
            </a:fld>
            <a:endParaRPr lang="ko-KR" altLang="en-US" sz="75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31CC47C-BA92-2384-FE48-3840B64EF3EC}"/>
              </a:ext>
            </a:extLst>
          </p:cNvPr>
          <p:cNvSpPr txBox="1">
            <a:spLocks/>
          </p:cNvSpPr>
          <p:nvPr/>
        </p:nvSpPr>
        <p:spPr>
          <a:xfrm>
            <a:off x="1330325" y="287338"/>
            <a:ext cx="6908800" cy="4873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ko-KR" sz="2333"/>
              <a:t>Click to edit Master title style</a:t>
            </a:r>
            <a:endParaRPr lang="ko-KR" altLang="en-US" sz="2333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</p:sldLayoutIdLst>
  <p:hf hdr="0" ftr="0" dt="0"/>
  <p:txStyles>
    <p:titleStyle>
      <a:lvl1pPr algn="l" defTabSz="760413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760413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defTabSz="760413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defTabSz="760413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defTabSz="760413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l" defTabSz="760413" rtl="0" fontAlgn="base" latinLnBrk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l" defTabSz="760413" rtl="0" fontAlgn="base" latinLnBrk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l" defTabSz="760413" rtl="0" fontAlgn="base" latinLnBrk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l" defTabSz="760413" rtl="0" fontAlgn="base" latinLnBrk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188913" indent="-188913" algn="l" defTabSz="760413" rtl="0" eaLnBrk="0" fontAlgn="base" latinLnBrk="1" hangingPunct="0">
        <a:lnSpc>
          <a:spcPct val="90000"/>
        </a:lnSpc>
        <a:spcBef>
          <a:spcPts val="838"/>
        </a:spcBef>
        <a:spcAft>
          <a:spcPct val="0"/>
        </a:spcAft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69913" indent="-188913" algn="l" defTabSz="760413" rtl="0" eaLnBrk="0" fontAlgn="base" latinLnBrk="1" hangingPunct="0">
        <a:lnSpc>
          <a:spcPct val="90000"/>
        </a:lnSpc>
        <a:spcBef>
          <a:spcPts val="413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50913" indent="-188913" algn="l" defTabSz="760413" rtl="0" eaLnBrk="0" fontAlgn="base" latinLnBrk="1" hangingPunct="0">
        <a:lnSpc>
          <a:spcPct val="90000"/>
        </a:lnSpc>
        <a:spcBef>
          <a:spcPts val="413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31913" indent="-188913" algn="l" defTabSz="760413" rtl="0" eaLnBrk="0" fontAlgn="base" latinLnBrk="1" hangingPunct="0">
        <a:lnSpc>
          <a:spcPct val="90000"/>
        </a:lnSpc>
        <a:spcBef>
          <a:spcPts val="413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2913" indent="-188913" algn="l" defTabSz="760413" rtl="0" eaLnBrk="0" fontAlgn="base" latinLnBrk="1" hangingPunct="0">
        <a:lnSpc>
          <a:spcPct val="90000"/>
        </a:lnSpc>
        <a:spcBef>
          <a:spcPts val="413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1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1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1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1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E7CC6D-49EB-8DA5-C2E8-1785D24987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FB6B71E-9219-4F6E-ADE4-9EE5F4ED3803}" type="slidenum">
              <a:rPr lang="ko-KR" altLang="en-US"/>
              <a:pPr>
                <a:defRPr/>
              </a:pPr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45E6524-6653-AEC5-4A9E-C2AD1ACE9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689370-F0AB-4A38-8DD2-DBB19A6FE07E}" type="slidenum">
              <a:rPr lang="ko-KR" altLang="en-US"/>
              <a:pPr>
                <a:defRPr/>
              </a:pPr>
              <a:t>3</a:t>
            </a:fld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D99598-7F62-E74C-78FE-7FBD656B867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712325" y="5410200"/>
            <a:ext cx="447675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6FAE850-8B41-4153-AAD0-FEDEC3F61E60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152201"/>
      </p:ext>
    </p:extLst>
  </p:cSld>
  <p:clrMapOvr>
    <a:masterClrMapping/>
  </p:clrMapOvr>
</p:sld>
</file>

<file path=ppt/theme/theme1.xml><?xml version="1.0" encoding="utf-8"?>
<a:theme xmlns:a="http://schemas.openxmlformats.org/drawingml/2006/main" name="WTA 새 포멧 (1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TA 프리젠테이션" id="{08CD6847-6793-4293-BE82-D103986EF7F9}" vid="{357CE053-F7BF-41B4-B678-47D94AA4269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WTA 새 포멧 (1)</Template>
  <TotalTime>80183</TotalTime>
  <Words>5</Words>
  <Application>Microsoft Office PowerPoint</Application>
  <PresentationFormat>사용자 지정</PresentationFormat>
  <Paragraphs>5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Noto Sans CJK JP Bold</vt:lpstr>
      <vt:lpstr>Noto Sans CJK KR Medium</vt:lpstr>
      <vt:lpstr>Noto Sans CJK KR Regular</vt:lpstr>
      <vt:lpstr>굴림</vt:lpstr>
      <vt:lpstr>맑은 고딕</vt:lpstr>
      <vt:lpstr>Arial</vt:lpstr>
      <vt:lpstr>Wingdings</vt:lpstr>
      <vt:lpstr>WTA 새 포멧 (1)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윈텍오토메이션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조한종</dc:creator>
  <cp:lastModifiedBy>조 한종</cp:lastModifiedBy>
  <cp:revision>2430</cp:revision>
  <cp:lastPrinted>2021-01-31T23:18:00Z</cp:lastPrinted>
  <dcterms:created xsi:type="dcterms:W3CDTF">2009-04-07T06:17:05Z</dcterms:created>
  <dcterms:modified xsi:type="dcterms:W3CDTF">2026-02-03T05:32:59Z</dcterms:modified>
</cp:coreProperties>
</file>